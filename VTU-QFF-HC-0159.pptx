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hyperlink" Target="https://github.com/vtu-qiskit-fall-fest-2026/vtu-hc-quantum-quarks" TargetMode="External"/><Relationship Id="rId4" Type="http://schemas.openxmlformats.org/officeDocument/2006/relationships/hyperlink" Target="https://quantumpilot.ai.studio/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articipant Details: QuantumPilot, Quantum Quarks (0159)" descr="Participant Details: QuantumPilot, Quantum Quarks (0159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roblem Statement" descr="Problem Statemen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bjectives and Novelty" descr="Objectives and Novelt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olution and Quantum Advantage" descr="Solution and Quantum Advant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lgorithm and Circuit Design" descr="Algorithm and Circuit Desig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plementation and Tech Stack" descr="Implementation and Tech Stac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Results and Analysis" descr="Results and Analysi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pact and Real-World Applications" descr="Impact and Real-World Application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hallenges and Future Scope" descr="Challenges and Future Scop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losing: Thank You, Questions" descr="Closing: Thank You, Question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0" name="GitHub link">
            <a:hlinkClick r:id="rId3"/>
          </p:cNvPr>
          <p:cNvSpPr/>
          <p:nvPr/>
        </p:nvSpPr>
        <p:spPr>
          <a:xfrm>
            <a:off x="608561" y="4408238"/>
            <a:ext cx="3047923" cy="700613"/>
          </a:xfrm>
          <a:prstGeom prst="rect">
            <a:avLst/>
          </a:prstGeom>
          <a:noFill/>
          <a:ln>
            <a:noFill/>
          </a:ln>
        </p:spPr>
      </p:sp>
      <p:sp>
        <p:nvSpPr>
          <p:cNvPr id="11" name="Demo link">
            <a:hlinkClick r:id="rId4"/>
          </p:cNvPr>
          <p:cNvSpPr/>
          <p:nvPr/>
        </p:nvSpPr>
        <p:spPr>
          <a:xfrm>
            <a:off x="3784334" y="4408238"/>
            <a:ext cx="3042809" cy="700613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QuantumPilot: Quantum Cloud Assistant (Qiskit Fall Fest 2026)</dc:title>
  <dc:subject/>
  <dc:creator>Team Quantum Quarks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